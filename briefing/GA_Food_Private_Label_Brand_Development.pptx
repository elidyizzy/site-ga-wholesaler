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645920" cy="5216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26187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PRIVATE LABEL &amp; BRAND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1C1A18"/>
                </a:solidFill>
                <a:latin typeface="Aptos"/>
              </a:rPr>
              <a:t>Você tem a ideia.
Nós cuidamos do resto.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46120"/>
            <a:ext cx="461772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04C48"/>
                </a:solidFill>
                <a:latin typeface="Aptos"/>
              </a:rPr>
              <a:t>Transformamos ideias em marcas de sucesso — do conceito ao produto pronto para o mercado.</a:t>
            </a:r>
          </a:p>
        </p:txBody>
      </p:sp>
      <p:pic>
        <p:nvPicPr>
          <p:cNvPr id="6" name="Picture 5" descr="gafood_phot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"/>
            <a:ext cx="516636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434840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C1A18"/>
                </a:solidFill>
                <a:latin typeface="Aptos"/>
              </a:rPr>
              <a:t>Sua marca.
Seu produto.
Nossa estrutura.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4864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5504B"/>
                </a:solidFill>
                <a:latin typeface="Aptos"/>
              </a:rPr>
              <a:t>Mais que um fornecedor: um parceiro para estruturar o projeto.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650992"/>
            <a:ext cx="5166360" cy="566928"/>
          </a:xfrm>
          <a:prstGeom prst="roundRect">
            <a:avLst/>
          </a:prstGeom>
          <a:solidFill>
            <a:srgbClr val="8E6A4E"/>
          </a:solidFill>
          <a:ln w="10160">
            <a:solidFill>
              <a:srgbClr val="8E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5788152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Vamos tirar sua ideia do papel?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579729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ptos"/>
              </a:rPr>
              <a:t>gafood.com.br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O que fazemos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Uma estrutura integrada para desenvolver sua marca própria.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ESTRATÉGIA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Posicionamento, público e objetivo.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6766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4782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4782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PRODUTO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4782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Curadoria, blend e especificação.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3453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21469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1469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BRANDING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1469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Naming, identidade e conceito.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0140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98156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8156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EMBALAGEM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8156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Design, formato e rotulagem.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6827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74843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4843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REGULATÓRIO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4843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Adequações, registros e documentação.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3514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51530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1530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PRODUÇÃO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1530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Fabricação, qualidade e escala.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0201" y="2148840"/>
            <a:ext cx="1466958" cy="2148840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28217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8217" y="2651760"/>
            <a:ext cx="121092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C1A18"/>
                </a:solidFill>
                <a:latin typeface="Aptos"/>
              </a:rPr>
              <a:t>LANÇAMENTO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8217" y="3154680"/>
            <a:ext cx="121092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 i="0">
                <a:solidFill>
                  <a:srgbClr val="5A5651"/>
                </a:solidFill>
                <a:latin typeface="Aptos"/>
              </a:rPr>
              <a:t>Suporte comercial e comunicação.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70001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A5651"/>
                </a:solidFill>
                <a:latin typeface="Aptos"/>
              </a:rPr>
              <a:t>Serviços independentes ou projeto completo — de acordo com a necessidade da marca.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578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C1A18"/>
                </a:solidFill>
                <a:latin typeface="Aptos"/>
              </a:rPr>
              <a:t>Um único parceiro para coordenar a jornada.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Private Label 360°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Uma jornada coordenada, do diagnóstico ao lançamento.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57860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Ideia, público e objetivo.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PRODUTO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57860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Matéria-prima, blend e testes.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BRANDING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257860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Identidade e proposta de valor.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7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EMBALAGEM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257860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Formato, material e rotulagem.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REGULATÓRIO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27024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Registros e adequações.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PRODUÇÃO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27024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Qualidade, escala e entrega.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E6A4E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 i="0">
                <a:solidFill>
                  <a:srgbClr val="1C1A18"/>
                </a:solidFill>
                <a:latin typeface="Aptos"/>
              </a:rPr>
              <a:t>LANÇAMENTO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427024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A5651"/>
                </a:solidFill>
                <a:latin typeface="Aptos"/>
              </a:rPr>
              <a:t>Suporte comercial e comunicação.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2340864"/>
            <a:ext cx="2286000" cy="13716"/>
          </a:xfrm>
          <a:prstGeom prst="rect">
            <a:avLst/>
          </a:prstGeom>
          <a:solidFill>
            <a:srgbClr val="DD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2340864"/>
            <a:ext cx="2286000" cy="13716"/>
          </a:xfrm>
          <a:prstGeom prst="rect">
            <a:avLst/>
          </a:prstGeom>
          <a:solidFill>
            <a:srgbClr val="DD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95160" y="2340864"/>
            <a:ext cx="2286000" cy="13716"/>
          </a:xfrm>
          <a:prstGeom prst="rect">
            <a:avLst/>
          </a:prstGeom>
          <a:solidFill>
            <a:srgbClr val="DD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0" y="4023360"/>
            <a:ext cx="2240280" cy="13716"/>
          </a:xfrm>
          <a:prstGeom prst="rect">
            <a:avLst/>
          </a:prstGeom>
          <a:solidFill>
            <a:srgbClr val="DD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23560" y="4023360"/>
            <a:ext cx="2240279" cy="13716"/>
          </a:xfrm>
          <a:prstGeom prst="rect">
            <a:avLst/>
          </a:prstGeom>
          <a:solidFill>
            <a:srgbClr val="DD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285232"/>
            <a:ext cx="10927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C1A18"/>
                </a:solidFill>
                <a:latin typeface="Aptos"/>
              </a:rPr>
              <a:t>Um projeto. Um parceiro responsável pela jornada.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POSICIONAMENTO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Um hub para desenvolver marcas.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A torrefação é uma competência. O diferencial está em integrar estratégia, produto e execução.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3931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C1A18"/>
                </a:solidFill>
                <a:latin typeface="Aptos"/>
              </a:rPr>
              <a:t>COMEÇAMOS PELA NECESSIDADE.
NÃO PELO PRODUTO.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54680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14D"/>
                </a:solidFill>
                <a:latin typeface="Aptos"/>
              </a:rPr>
              <a:t>Entendemos o objetivo do projeto, selecionamos o caminho técnico e comercial e coordenamos a execução.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103120"/>
            <a:ext cx="5486400" cy="65836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87568" y="2249424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31136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A18"/>
                </a:solidFill>
                <a:latin typeface="Aptos"/>
              </a:rPr>
              <a:t>Necessidade e objetivo.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980944"/>
            <a:ext cx="5486400" cy="65836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87568" y="312724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CURADORIA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108960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A18"/>
                </a:solidFill>
                <a:latin typeface="Aptos"/>
              </a:rPr>
              <a:t>Caminho técnico e comercial.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858768"/>
            <a:ext cx="5486400" cy="65836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400507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INTEGRAÇÃO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986783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A18"/>
                </a:solidFill>
                <a:latin typeface="Aptos"/>
              </a:rPr>
              <a:t>Produto, marca e execução.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736592"/>
            <a:ext cx="5486400" cy="65836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7568" y="4882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EXPERIÊNCIA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864607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1A18"/>
                </a:solidFill>
                <a:latin typeface="Aptos"/>
              </a:rPr>
              <a:t>Atendimento próximo e consultivo.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VERTICAL CAFÉ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Café com a sua identidade.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Uma frente forte dentro de uma estrutura maior de desenvolvimento de marcas.</a:t>
            </a:r>
          </a:p>
        </p:txBody>
      </p:sp>
      <p:pic>
        <p:nvPicPr>
          <p:cNvPr id="6" name="Picture 5" descr="gafood_phot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98348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21488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1A18"/>
                </a:solidFill>
                <a:latin typeface="Aptos"/>
              </a:rPr>
              <a:t>DO GRÃO À PRESENÇA DE MARCA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74320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27249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Cafés tradicional, gourmet e especial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154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31363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Blends e perfis sensoriais sob medida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56616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5478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Torra e moagem personalizadas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9776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95935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Embalagens e rótulos personalizados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38912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43708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Apoio de marketing e posicionamento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80060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6A4E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47823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B4744"/>
                </a:solidFill>
                <a:latin typeface="Aptos"/>
              </a:rPr>
              <a:t>Produção para diferentes perfis de negócio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349240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8E6A4E"/>
                </a:solidFill>
                <a:latin typeface="Aptos"/>
              </a:rPr>
              <a:t>O café continua forte — agora dentro de uma estrutura mais ampla de desenvolvimento de marca.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Para diferentes tipos de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A mesma estrutura se adapta ao projeto, público e escala.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249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CAFETERIAS E RESTAURANTES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7" y="2231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Produtos próprios e experiência.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2103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2249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EMPÓRIOS E MERCADOS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6567" y="2231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Linha exclusiva e diferenciação.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392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DISTRIBUIDORES E ATACADISTAS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7" y="3374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Portfólio próprio e novas margens.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246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8816" y="3392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REDES E SUPERMERCADOS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3374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Escala e padronização.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89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535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EMPRESAS E ESCRITÓRIOS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7" y="4517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Produtos institucionais.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389120"/>
            <a:ext cx="5349240" cy="84124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8816" y="453542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 i="0">
                <a:solidFill>
                  <a:srgbClr val="8E6A4E"/>
                </a:solidFill>
                <a:latin typeface="Aptos"/>
              </a:rPr>
              <a:t>CRIADORES E EMPREENDEDORES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4517136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1C1A18"/>
                </a:solidFill>
                <a:latin typeface="Aptos"/>
              </a:rPr>
              <a:t>Estrutura para tirar a ideia do papel.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1234440" cy="391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392" y="384048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6A4E"/>
                </a:solidFill>
                <a:latin typeface="Aptos"/>
              </a:rPr>
              <a:t>POR QUE A GA 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C1A18"/>
                </a:solidFill>
                <a:latin typeface="Aptos"/>
              </a:rPr>
              <a:t>Um parceiro para reduzir complexidade.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A5652"/>
                </a:solidFill>
                <a:latin typeface="Aptos"/>
              </a:rPr>
              <a:t>O cliente concentra energia no negócio. Nós cuidamos da estrutura do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CURADORIA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4261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Selecionamos o caminho técnico e comercial adequado.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INTEGRAÇÃO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4261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Unimos produto, marca, embalagem e execução.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14884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231343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FLEXIBILIDADE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64261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Serviços independentes ou projeto completo.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73075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EXPERIÊNCIA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5993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Atendimento próximo e consultivo.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56616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73075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05993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Estrutura para projetos regionais e expansão.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3566160"/>
            <a:ext cx="3401568" cy="1024128"/>
          </a:xfrm>
          <a:prstGeom prst="roundRect">
            <a:avLst/>
          </a:prstGeom>
          <a:solidFill>
            <a:srgbClr val="F7F4EF"/>
          </a:solidFill>
          <a:ln w="10160">
            <a:solidFill>
              <a:srgbClr val="DD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3730752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FOCO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59936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 i="0">
                <a:solidFill>
                  <a:srgbClr val="4B4744"/>
                </a:solidFill>
                <a:latin typeface="Aptos"/>
              </a:rPr>
              <a:t>Da ideia ao mercado com coordenação central.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0927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C1A18"/>
                </a:solidFill>
                <a:latin typeface="Aptos"/>
              </a:rPr>
              <a:t>Sua marca. Seu produto. Nossa estrutura.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food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600200" cy="5071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298448"/>
            <a:ext cx="5120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8E6A4E"/>
                </a:solidFill>
                <a:latin typeface="Aptos"/>
              </a:rPr>
              <a:t>PRIVATE LABEL &amp; BRAND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852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C1A18"/>
                </a:solidFill>
                <a:latin typeface="Aptos"/>
              </a:rPr>
              <a:t>Vamos tirar sua ideia do papel?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04C"/>
                </a:solidFill>
                <a:latin typeface="Aptos"/>
              </a:rPr>
              <a:t>Fale com um especialista e comece a estruturar sua marca própria.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1097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E-MAIL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1071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C1A18"/>
                </a:solidFill>
                <a:latin typeface="Aptos"/>
              </a:rPr>
              <a:t>tranding@gafood.com.br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78808"/>
            <a:ext cx="1097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C1A18"/>
                </a:solidFill>
                <a:latin typeface="Aptos"/>
              </a:rPr>
              <a:t>31 96777-7753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28616"/>
            <a:ext cx="1097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E6A4E"/>
                </a:solidFill>
                <a:latin typeface="Aptos"/>
              </a:rP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1032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C1A18"/>
                </a:solidFill>
                <a:latin typeface="Aptos"/>
              </a:rPr>
              <a:t>gafood.com.br</a:t>
            </a:r>
          </a:p>
        </p:txBody>
      </p:sp>
      <p:pic>
        <p:nvPicPr>
          <p:cNvPr id="12" name="Picture 11" descr="gafood_phot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914400"/>
            <a:ext cx="4754880" cy="4526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5532120"/>
            <a:ext cx="4754880" cy="566928"/>
          </a:xfrm>
          <a:prstGeom prst="roundRect">
            <a:avLst/>
          </a:prstGeom>
          <a:solidFill>
            <a:srgbClr val="8E6A4E"/>
          </a:solidFill>
          <a:ln w="10160">
            <a:solidFill>
              <a:srgbClr val="8E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5687568"/>
            <a:ext cx="4297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Você tem a ideia. Nós cuidamos do resto.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27D77"/>
                </a:solidFill>
                <a:latin typeface="Aptos"/>
              </a:rPr>
              <a:t>GA FOOD WHOLESALER  •  PRIVATE LABEL &amp; BRAND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92240"/>
            <a:ext cx="2011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27D7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670</Words>
  <Application>Microsoft Office PowerPoint</Application>
  <PresentationFormat>Widescreen</PresentationFormat>
  <Paragraphs>145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Lucas Lourenço</dc:creator>
  <cp:keywords/>
  <dc:description>generated using python-pptx</dc:description>
  <cp:lastModifiedBy>Lucas .....</cp:lastModifiedBy>
  <cp:revision>1</cp:revision>
  <dcterms:created xsi:type="dcterms:W3CDTF">2013-01-27T09:14:16Z</dcterms:created>
  <dcterms:modified xsi:type="dcterms:W3CDTF">2026-08-22T14:08:51Z</dcterms:modified>
  <cp:category/>
</cp:coreProperties>
</file>